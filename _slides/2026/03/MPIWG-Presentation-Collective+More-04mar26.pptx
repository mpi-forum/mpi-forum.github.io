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4CDA-C7F3-4EF7-ECB4-5B827550A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C0231-73DA-A108-D541-2A612F46C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21C1A-E21A-D333-CC84-883104410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AE2CB-33CA-BC9F-D2AA-5290C7A5A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4BE0C-AE71-C73F-5165-4D71021A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4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1353-1AB7-F7C0-14E9-93D99663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5E4BF-DCCD-BD32-A851-3C6840130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BFC6-381C-5474-074B-CCDA0C63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CEF13-D9D6-A8DC-AAFA-090D129C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243A3-C91F-A00F-CEB4-12305256B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8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5D44-F5B5-BD41-EDA8-A8B7A0B0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FBB5A-D0F4-A2C1-3695-A211E1CFB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17242-6074-3063-4D9D-2ED6E349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D692-9538-28C4-FC16-16393D04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685DD-AE76-8B85-112D-8F1298B4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4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83F0-9E84-90FB-2581-1F817F00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47D3-E3A7-D79E-A975-4577E5B31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54C4D-6E88-6398-83C6-35D88EDE3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50D4E-3BFA-E0C3-A9C1-F02DF436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9EFDD-BD3A-A4C1-7C46-43C72D1F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C7010-B6B2-1D83-6E91-2523120C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1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79D4-0768-FF13-F755-B8C0A3A65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466CF-C094-753E-21BC-336C40AAE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FE862-0014-A889-665B-7052B6C84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9C435-AEF9-844D-5F35-A5D2EA74F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94A3C-DD11-7CE1-4EF1-00B2A2C26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71140-AA46-AEC6-6BA7-51CA66A4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3D1077-9396-1A28-17C8-161FFA56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57FA40-BD35-333B-ED06-6A49F12E3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8AC2-32A6-DDCA-A3CF-92F76A177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B4352-0C04-FDEA-13D7-95EC588D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6159D-8100-B436-892B-A07D06B0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B4818-6F80-1012-8D20-99A3C903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41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61F60-9F94-EC2B-EFDD-22E36207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1A2E6-10C1-DC1E-6532-930BD13B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D7140-E247-CC42-DA17-B33033FBC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E744-4FC2-80A5-1744-015DE4D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3EFAD-AC5F-5049-752A-49DA02BB6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9355-2320-4FF7-86F9-A1D22B3B2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2A554-ED28-E34E-AED9-C3443B78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60CFE-C10F-3B26-E945-355631EF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6AB07-E2DD-CA30-0DE0-053272C9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6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77F56-7E2B-0A89-6D82-42D77A35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28C4A4-E0A0-BD76-CB0F-0CE7CCD9C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1218A-5E11-6F17-ADCD-D58D85B14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65340-C268-A5B5-FB9F-46A7496D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605DD-E6CA-5EF5-F65A-4125A29B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FBA68-BF3F-ED38-7F63-59D2F606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24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13764-2F2D-389C-0AE4-D470FEC1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777AA-7F19-7A55-6E57-C2A4B8B3F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AC8D0-CB82-5769-AE42-0B1162CA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955A5-FA1D-F5DA-357D-391A3C95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B17E8-8004-26D7-0605-868C52B0C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1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A65A-DDE4-9E91-6E58-A240C3A04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8A6BD-4339-AE2D-0D86-C59B71F6A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87993-4FEC-9800-1099-AB8D76B6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529B6-D3BC-C878-9005-5E9A217C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1B7ED-DE88-A5B4-F66F-5A81AD65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F503F-080C-94C5-A7B5-1A447596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5D49-5DAE-DADE-4D0D-8C097BCEB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D25F9-5846-4A92-7FBE-717240087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F81F4-4166-6749-9F87-976D21305C6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C35C8-DFEF-F4E6-5DD9-05C7837F7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3ADDE-B03D-FF8D-D5CD-280D56587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0AC00-F6CD-DD4C-A9B6-A3ACC50D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3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tntech.zoom.us/j/85895299644?pwd=UVeoehU41wU6tbRKKQIs4ZHpIGphGz.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C1B2-FA20-28A4-32B0-AE95752BF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MPI Forum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72D3B-AE48-5FBF-78D7-CCDD3EC136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March 4, 2026</a:t>
            </a:r>
          </a:p>
          <a:p>
            <a:endParaRPr lang="en-US" dirty="0"/>
          </a:p>
          <a:p>
            <a:r>
              <a:rPr lang="en-US" dirty="0"/>
              <a:t>Tony Skjellum</a:t>
            </a:r>
          </a:p>
          <a:p>
            <a:r>
              <a:rPr lang="en-US" dirty="0"/>
              <a:t>(Collective WG ++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50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BD17-BEC2-FECB-EC2E-19989551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the big-picture of what we hope to accomplish for MPI-6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504C3-48AE-45B0-A9A5-6F70C7FFD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Reconstitute WG for Collective+ Related topics (Jaeger/Skjellum)</a:t>
            </a:r>
          </a:p>
          <a:p>
            <a:r>
              <a:rPr lang="en-US" dirty="0"/>
              <a:t>Partitioned issues for point-to-point and collective</a:t>
            </a:r>
          </a:p>
          <a:p>
            <a:r>
              <a:rPr lang="en-US" dirty="0"/>
              <a:t>Corollary issues with persistent collective</a:t>
            </a:r>
          </a:p>
          <a:p>
            <a:r>
              <a:rPr lang="en-US" dirty="0"/>
              <a:t>Related issue of state transition between user/MPI</a:t>
            </a:r>
          </a:p>
          <a:p>
            <a:r>
              <a:rPr lang="en-US" dirty="0"/>
              <a:t>Managing unexpected state in </a:t>
            </a:r>
            <a:r>
              <a:rPr lang="en-US" dirty="0" err="1"/>
              <a:t>partititioned</a:t>
            </a:r>
            <a:r>
              <a:rPr lang="en-US" dirty="0"/>
              <a:t> comms</a:t>
            </a:r>
          </a:p>
          <a:p>
            <a:r>
              <a:rPr lang="en-US" dirty="0"/>
              <a:t>Streaming collectives</a:t>
            </a:r>
          </a:p>
          <a:p>
            <a:r>
              <a:rPr lang="en-US" dirty="0"/>
              <a:t>Other items “owed” short term (MPI 5.x?)</a:t>
            </a:r>
          </a:p>
          <a:p>
            <a:r>
              <a:rPr lang="en-US" dirty="0"/>
              <a:t>Document enhancements</a:t>
            </a:r>
          </a:p>
          <a:p>
            <a:r>
              <a:rPr lang="en-US" dirty="0"/>
              <a:t>Other topics that cross-cut groups</a:t>
            </a:r>
          </a:p>
        </p:txBody>
      </p:sp>
    </p:spTree>
    <p:extLst>
      <p:ext uri="{BB962C8B-B14F-4D97-AF65-F5344CB8AC3E}">
        <p14:creationId xmlns:p14="http://schemas.microsoft.com/office/powerpoint/2010/main" val="84734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57E3-C442-9B8C-819F-E352BC5B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Partitioned collective </a:t>
            </a:r>
            <a:r>
              <a:rPr lang="en-US" dirty="0"/>
              <a:t>status and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62176-6B6D-F529-D19D-F7D051CF3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Prior papers</a:t>
            </a:r>
          </a:p>
          <a:p>
            <a:pPr fontAlgn="base"/>
            <a:r>
              <a:rPr lang="en-US" dirty="0"/>
              <a:t>Issues with synchronizing collectives</a:t>
            </a:r>
          </a:p>
          <a:p>
            <a:pPr fontAlgn="base"/>
            <a:r>
              <a:rPr lang="en-US" dirty="0"/>
              <a:t>Prototypes</a:t>
            </a:r>
          </a:p>
          <a:p>
            <a:pPr fontAlgn="base"/>
            <a:r>
              <a:rPr lang="en-US" dirty="0"/>
              <a:t>New ideas with buffer management</a:t>
            </a:r>
          </a:p>
          <a:p>
            <a:r>
              <a:rPr lang="en-US" dirty="0"/>
              <a:t>Path to standardization</a:t>
            </a:r>
          </a:p>
        </p:txBody>
      </p:sp>
    </p:spTree>
    <p:extLst>
      <p:ext uri="{BB962C8B-B14F-4D97-AF65-F5344CB8AC3E}">
        <p14:creationId xmlns:p14="http://schemas.microsoft.com/office/powerpoint/2010/main" val="3842203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6A9-1D67-6B97-33E9-A846FFA1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Corollary issues with </a:t>
            </a:r>
            <a:r>
              <a:rPr lang="en-US" b="1" dirty="0"/>
              <a:t>persistent collectives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B432C-8386-DE8F-19E8-830CF339F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Non-blocking </a:t>
            </a:r>
            <a:r>
              <a:rPr lang="en-US" dirty="0" err="1"/>
              <a:t>init</a:t>
            </a:r>
            <a:r>
              <a:rPr lang="en-US" dirty="0"/>
              <a:t>/free - not allowed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95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CF3A-3419-1B79-1223-C420F2D0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Related issue - handoff of control of user state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4E864-2FDF-33CB-1AA6-F93422D72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Handling the registration and registration of index vectors and data pointers</a:t>
            </a:r>
          </a:p>
          <a:p>
            <a:pPr fontAlgn="base"/>
            <a:r>
              <a:rPr lang="en-US" dirty="0"/>
              <a:t>C++ way</a:t>
            </a:r>
          </a:p>
          <a:p>
            <a:pPr fontAlgn="base"/>
            <a:r>
              <a:rPr lang="en-US" dirty="0"/>
              <a:t>C (and Fortran) way with registration callbacks at free</a:t>
            </a:r>
          </a:p>
          <a:p>
            <a:pPr fontAlgn="base"/>
            <a:r>
              <a:rPr lang="en-US" dirty="0"/>
              <a:t>Removing ambiguity in the “zero time use case” and whenever a free is allowed to lazy in MPI that holds user state (so it can be released before </a:t>
            </a:r>
            <a:r>
              <a:rPr lang="en-US" dirty="0" err="1"/>
              <a:t>MPI_Finalize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85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BCE7-0CA5-EE91-8C62-1B9A7EBA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Managing unexpected state in partitioned (and maybe persistent) 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E7ED6-C2E4-5517-BD47-FBB89F4C2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Elimination of PBUF_PREPARE in all partitioned considerations</a:t>
            </a:r>
          </a:p>
          <a:p>
            <a:pPr fontAlgn="base"/>
            <a:r>
              <a:rPr lang="en-US" dirty="0"/>
              <a:t>Considering to “generalize” point-to-point partitioned to enable a) persistence better; b) buffer pools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816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C596-D439-9D47-1C2A-18D640E6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collectives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2E4AD-0446-784F-8A7B-3EE5D2986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Lots to say here</a:t>
            </a:r>
          </a:p>
          <a:p>
            <a:r>
              <a:rPr lang="en-US" dirty="0"/>
              <a:t>Streaming point-to-point proposal coming from work of Bridges et al; we can champion that too, but for sure we need a WG to own that and the collective analogue</a:t>
            </a:r>
          </a:p>
          <a:p>
            <a:r>
              <a:rPr lang="en-US" dirty="0"/>
              <a:t>Decision needed here on where to manage the streaming pt2pt</a:t>
            </a:r>
          </a:p>
          <a:p>
            <a:pPr lvl="1"/>
            <a:r>
              <a:rPr lang="en-US" dirty="0"/>
              <a:t>How do we forward that? Who is leading the </a:t>
            </a:r>
            <a:r>
              <a:rPr lang="en-US"/>
              <a:t>pt2pt group?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72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AA592-AEC1-670C-3A02-D55041F8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things we “owe” short term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30D28-BEE3-C78F-A3FF-6916271BC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MPI_Parrived_any</a:t>
            </a:r>
            <a:r>
              <a:rPr lang="en-US" dirty="0"/>
              <a:t> ticket — very useful with current partitioned point-to-point</a:t>
            </a:r>
          </a:p>
          <a:p>
            <a:r>
              <a:rPr lang="en-US" dirty="0"/>
              <a:t>That is to say, partitioned not to useful without this</a:t>
            </a:r>
          </a:p>
        </p:txBody>
      </p:sp>
    </p:spTree>
    <p:extLst>
      <p:ext uri="{BB962C8B-B14F-4D97-AF65-F5344CB8AC3E}">
        <p14:creationId xmlns:p14="http://schemas.microsoft.com/office/powerpoint/2010/main" val="949962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28FDE-F3C5-EB9C-A46E-59D4BE0B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enhancements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0D3B2-1E2A-555F-C3A9-AFA426CDC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Revamping the collective chapter front-to-back (ask Puri if he had some input on prior tries at this?)</a:t>
            </a:r>
          </a:p>
          <a:p>
            <a:pPr fontAlgn="base"/>
            <a:r>
              <a:rPr lang="en-US" dirty="0"/>
              <a:t>Making uniform the presentation of blocking, nonblocking, persistent, and future (partitioned) collective</a:t>
            </a:r>
          </a:p>
          <a:p>
            <a:pPr fontAlgn="base"/>
            <a:r>
              <a:rPr lang="en-US" dirty="0"/>
              <a:t>Front matter needs a look for terms, definitions…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803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042A-D940-1C65-71E6-02AA667A6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topics that cross-cut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12B25-3D3B-F8FB-55BA-65C3B6198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memory spaces (Joseph)</a:t>
            </a:r>
          </a:p>
          <a:p>
            <a:r>
              <a:rPr lang="en-US" dirty="0"/>
              <a:t>Non-blocking window creation/subsets (Matthew Dosanjh)</a:t>
            </a:r>
          </a:p>
          <a:p>
            <a:r>
              <a:rPr lang="en-US" dirty="0"/>
              <a:t>Topology collective issues (Christoph N.)</a:t>
            </a:r>
          </a:p>
          <a:p>
            <a:r>
              <a:rPr lang="en-US" dirty="0"/>
              <a:t>Missing Neighbor </a:t>
            </a:r>
            <a:r>
              <a:rPr lang="en-US" dirty="0" err="1"/>
              <a:t>Allreduce</a:t>
            </a:r>
            <a:r>
              <a:rPr lang="en-US" dirty="0"/>
              <a:t> … also from Christoph</a:t>
            </a:r>
          </a:p>
          <a:p>
            <a:r>
              <a:rPr lang="en-US" dirty="0"/>
              <a:t>Distributor/Collector Pattern needed in MPI (Tony based on learning from many others and papers)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395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714CE-A3DF-872D-E71B-0A2872E15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C309-3EF4-D1F4-80F8-91080166F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Meetings every other Wednesday, 10am Eastern 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D464-25D9-A2BB-2FC4-E71E8F48A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March 11, 2026 is next meeting</a:t>
            </a:r>
          </a:p>
          <a:p>
            <a:r>
              <a:rPr lang="en-US" dirty="0">
                <a:hlinkClick r:id="rId2"/>
              </a:rPr>
              <a:t>https://tntech.zoom.us/j/85895299644?pwd=UVeoehU41wU6tbRKKQIs4ZHpIGphGz.1</a:t>
            </a:r>
            <a:r>
              <a:rPr lang="en-US" dirty="0"/>
              <a:t> </a:t>
            </a:r>
          </a:p>
          <a:p>
            <a:r>
              <a:rPr lang="en-US" dirty="0"/>
              <a:t>Meeting ID: 858 9529 9644</a:t>
            </a:r>
          </a:p>
          <a:p>
            <a:r>
              <a:rPr lang="en-US" dirty="0"/>
              <a:t>Passcode: mpi4eva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315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465</Words>
  <Application>Microsoft Macintosh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MPI Forum Update</vt:lpstr>
      <vt:lpstr>This is the big-picture of what we hope to accomplish for MPI-6</vt:lpstr>
      <vt:lpstr>Partitioned collective status and plans</vt:lpstr>
      <vt:lpstr>Corollary issues with persistent collectives </vt:lpstr>
      <vt:lpstr>Related issue - handoff of control of user state </vt:lpstr>
      <vt:lpstr>Managing unexpected state in partitioned (and maybe persistent) operations </vt:lpstr>
      <vt:lpstr>Streaming collectives </vt:lpstr>
      <vt:lpstr>Other things we “owe” short term </vt:lpstr>
      <vt:lpstr>Document enhancements </vt:lpstr>
      <vt:lpstr>Other topics that cross-cut groups</vt:lpstr>
      <vt:lpstr>Meetings every other Wednesday, 10am Eastern USA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Skjellum</dc:creator>
  <cp:lastModifiedBy>Anthony Skjellum</cp:lastModifiedBy>
  <cp:revision>9</cp:revision>
  <dcterms:created xsi:type="dcterms:W3CDTF">2026-03-04T16:07:12Z</dcterms:created>
  <dcterms:modified xsi:type="dcterms:W3CDTF">2026-03-04T16:40:21Z</dcterms:modified>
</cp:coreProperties>
</file>